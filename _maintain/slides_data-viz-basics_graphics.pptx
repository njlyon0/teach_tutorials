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18" r:id="rId2"/>
    <p:sldId id="319" r:id="rId3"/>
    <p:sldId id="32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02F"/>
    <a:srgbClr val="DF227C"/>
    <a:srgbClr val="725EEC"/>
    <a:srgbClr val="588FF9"/>
    <a:srgbClr val="FF6018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43"/>
    <p:restoredTop sz="96197"/>
  </p:normalViewPr>
  <p:slideViewPr>
    <p:cSldViewPr snapToGrid="0">
      <p:cViewPr>
        <p:scale>
          <a:sx n="137" d="100"/>
          <a:sy n="137" d="100"/>
        </p:scale>
        <p:origin x="-120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3195A-DD8B-534B-813F-71E1B5C109A5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72742-2250-9141-9730-F984D429B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4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5907-0BBE-D591-F1E3-E1EAA5B25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DD4C3-FAEE-CF45-FE01-E3A7B235E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BD4B-D731-852F-2D11-9D917D32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F990-BF6E-0141-99B2-285802DEF540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9618A-8B5F-D13B-FFF8-E0CC8E32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30E94-8CD3-7BFA-AFAC-3025CEB3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3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775B9-CAE2-3FB9-9BAF-59444A01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CF9A-D512-BAE2-68F4-B347746E9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076DC-1C28-A28B-A186-3E0F2F16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0236-F78A-FC43-809F-EA22E5FC7EE3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62A20-CC03-250E-E8E8-05C196C4D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19CAC-7EFD-6E7F-1B28-0F5483DE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0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80CA-343D-4975-83E3-FF0EFDA84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E17AC-FD50-44CB-7290-2945B91D9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3DE37-7C82-2994-B3B8-1BF339A1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84FB-68DE-6E4C-857A-1971EB877E77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265DA-1D38-3129-7534-7EE758F0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47708-816C-F64F-A383-FDFFDCEA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3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BE25-011B-6588-8972-44E86264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7EF3F-4EA5-6A14-5190-5319FBFAE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81DAF-3A44-6F2E-0B9C-B363FD147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DEDDB-1FB5-0B03-A0FE-D3D7C91D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58770-92DE-F742-BA4D-84E1EEC6BBB8}" type="datetime1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6386F-72FC-AE73-A421-C04B4EE3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8069F-685B-5C86-4632-13950D82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1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E993-1DE8-9686-49B0-17F4147A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A4D73-1A60-76BE-2CF1-A5C452EDD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639A1-77CA-457D-E2B0-A31605517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68189-1A1D-3129-09E3-F13596678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217C6-7FE1-EE63-961A-3E4EA1AC1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613BE-FCEF-8333-7E14-09B89155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0AA9F-6556-E34C-ABA2-00BC78D44976}" type="datetime1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97AFF-158E-D2DA-29B6-66555116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AD53C-493C-C155-788F-37741D3A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5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C904-CFB0-877C-5BC3-388E5804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3D7D2-F64C-E054-C657-82121C98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6B2C9-DDF3-F448-B652-69CE89283EF3}" type="datetime1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738E9-26C7-0E1F-F6E3-764EED9E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F47AA-05E8-CB9F-7C86-045B544C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2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3B892-0CBD-EFFC-8105-966A6BB1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34A58-BFC9-924E-9948-14F133153DC4}" type="datetime1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9C2D8-357E-D50C-203D-BB81F14C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5311C-0C33-58CB-25D4-EAEBB2F1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9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9EF9-2F3C-5179-DA29-90D37B31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1D43D-91D9-9C94-E722-1BEE93D9D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7F79A-5287-CE21-9C86-5CCAAED5C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17B1D-638E-450F-3A1C-1878710BE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E3C0A-8F5D-F042-BD70-35ED8F2AE768}" type="datetime1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523C8-40F1-7210-B117-5124D914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5768-0E18-806B-AC15-8AE1D9845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45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E024-4FB0-5BB7-716B-50A136D0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5931A-EDC7-48A2-BA05-209AE6CCB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F546C-1990-4EFF-7F79-167D7CC5E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96A53-A2F3-FE84-0469-D2CB1006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02906-A089-8C4D-8F86-F2F0DC3AC1F9}" type="datetime1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CD770-FCCC-C026-C777-AA5DA46C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C6DF4-CC36-D049-2A8B-7231BD74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2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3444-B7D7-C217-9837-B19645F2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CBE4F-4ACE-EB51-D348-982F75B87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D2690-B861-9739-D6FA-516C863C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33C-089A-8549-9875-1CC9A80BA7E9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1093D-5704-338E-4B25-7E0FCCC8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7BC62-1710-2DBC-8B69-0AAA9D33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3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B9F79E-4E1A-7117-E891-E349D050A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2612-E508-87B8-4EAE-35F2D55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A5B43-A6AB-8520-B9E3-A0D786E0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C7F5C-7BC1-E64D-ADDE-3C859A1DA47A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BB6B6-B974-33C9-2210-92373952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709CC-C192-3B47-A226-2F385956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2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F1E49-C391-D43A-70A8-FD926D6DD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30098-2EC6-AAB8-1CD7-23D3B9418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31487-329E-CA1D-EE90-596F4653E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94E35-78FB-A741-A7BA-14FBACB0EB98}" type="datetime1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819AF-154B-DF9A-1031-A6B53463D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2FE08-5590-EF97-37D3-E9A3C85A5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22B56-AB38-AD4C-9A4A-E8BE863F0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7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C1D3043F-A0D8-00B8-9132-749806A3E571}"/>
              </a:ext>
            </a:extLst>
          </p:cNvPr>
          <p:cNvSpPr/>
          <p:nvPr/>
        </p:nvSpPr>
        <p:spPr>
          <a:xfrm>
            <a:off x="4601231" y="4097792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1824822-9AD6-5AFA-C56E-7154F533179E}"/>
              </a:ext>
            </a:extLst>
          </p:cNvPr>
          <p:cNvSpPr/>
          <p:nvPr/>
        </p:nvSpPr>
        <p:spPr>
          <a:xfrm>
            <a:off x="4599663" y="3479789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B118AC-FF5D-6042-5CA9-2285F7A70135}"/>
              </a:ext>
            </a:extLst>
          </p:cNvPr>
          <p:cNvSpPr/>
          <p:nvPr/>
        </p:nvSpPr>
        <p:spPr>
          <a:xfrm>
            <a:off x="4590138" y="1717622"/>
            <a:ext cx="914400" cy="534955"/>
          </a:xfrm>
          <a:prstGeom prst="rect">
            <a:avLst/>
          </a:prstGeom>
          <a:solidFill>
            <a:srgbClr val="FFB02F"/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170611-9F87-CB20-ABD4-44BCA3BE29C8}"/>
              </a:ext>
            </a:extLst>
          </p:cNvPr>
          <p:cNvSpPr/>
          <p:nvPr/>
        </p:nvSpPr>
        <p:spPr>
          <a:xfrm>
            <a:off x="4599663" y="2252577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0FB780-BF98-8A2F-B890-30A2318AFF77}"/>
              </a:ext>
            </a:extLst>
          </p:cNvPr>
          <p:cNvSpPr/>
          <p:nvPr/>
        </p:nvSpPr>
        <p:spPr>
          <a:xfrm>
            <a:off x="4599663" y="2870289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7D038F2-CE7E-3D00-954F-589710BED733}"/>
              </a:ext>
            </a:extLst>
          </p:cNvPr>
          <p:cNvSpPr/>
          <p:nvPr/>
        </p:nvSpPr>
        <p:spPr>
          <a:xfrm>
            <a:off x="5517310" y="4097792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D7DEE1C-0A59-6D81-78D1-31794ACF1EA1}"/>
              </a:ext>
            </a:extLst>
          </p:cNvPr>
          <p:cNvSpPr/>
          <p:nvPr/>
        </p:nvSpPr>
        <p:spPr>
          <a:xfrm>
            <a:off x="5517310" y="3479789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A1F5F5-878E-FBCE-27F0-DC8DD9277AAC}"/>
              </a:ext>
            </a:extLst>
          </p:cNvPr>
          <p:cNvSpPr/>
          <p:nvPr/>
        </p:nvSpPr>
        <p:spPr>
          <a:xfrm>
            <a:off x="5517310" y="1717622"/>
            <a:ext cx="914400" cy="534955"/>
          </a:xfrm>
          <a:prstGeom prst="rect">
            <a:avLst/>
          </a:prstGeom>
          <a:solidFill>
            <a:srgbClr val="FFB02F"/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18AF468-E839-DD04-D398-5AB4969EF570}"/>
              </a:ext>
            </a:extLst>
          </p:cNvPr>
          <p:cNvSpPr/>
          <p:nvPr/>
        </p:nvSpPr>
        <p:spPr>
          <a:xfrm>
            <a:off x="5517310" y="2252577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BCCB4CF-1CAF-D3FA-54B5-CEF5420B6807}"/>
              </a:ext>
            </a:extLst>
          </p:cNvPr>
          <p:cNvSpPr/>
          <p:nvPr/>
        </p:nvSpPr>
        <p:spPr>
          <a:xfrm>
            <a:off x="5517310" y="2870289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BC67D49-77FF-4F71-3F62-4A0938E42DC2}"/>
              </a:ext>
            </a:extLst>
          </p:cNvPr>
          <p:cNvSpPr/>
          <p:nvPr/>
        </p:nvSpPr>
        <p:spPr>
          <a:xfrm>
            <a:off x="6431781" y="4097792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D6156F1-C6D2-068F-4F4C-D237A4BCDD30}"/>
              </a:ext>
            </a:extLst>
          </p:cNvPr>
          <p:cNvSpPr/>
          <p:nvPr/>
        </p:nvSpPr>
        <p:spPr>
          <a:xfrm>
            <a:off x="6431781" y="3479789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519941B-DA90-D78B-7745-5C5251830540}"/>
              </a:ext>
            </a:extLst>
          </p:cNvPr>
          <p:cNvSpPr/>
          <p:nvPr/>
        </p:nvSpPr>
        <p:spPr>
          <a:xfrm>
            <a:off x="6441306" y="1717622"/>
            <a:ext cx="914400" cy="534955"/>
          </a:xfrm>
          <a:prstGeom prst="rect">
            <a:avLst/>
          </a:prstGeom>
          <a:solidFill>
            <a:srgbClr val="FFB02F"/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B7F8CF9-BAD3-A1EF-F6DB-82B5794839EA}"/>
              </a:ext>
            </a:extLst>
          </p:cNvPr>
          <p:cNvSpPr/>
          <p:nvPr/>
        </p:nvSpPr>
        <p:spPr>
          <a:xfrm>
            <a:off x="6431781" y="2252577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93FF055-8535-EED4-3301-0112090C8C1D}"/>
              </a:ext>
            </a:extLst>
          </p:cNvPr>
          <p:cNvSpPr/>
          <p:nvPr/>
        </p:nvSpPr>
        <p:spPr>
          <a:xfrm>
            <a:off x="6431781" y="2870289"/>
            <a:ext cx="914400" cy="617712"/>
          </a:xfrm>
          <a:prstGeom prst="rect">
            <a:avLst/>
          </a:prstGeom>
          <a:solidFill>
            <a:srgbClr val="FFB02F">
              <a:alpha val="50000"/>
            </a:srgbClr>
          </a:solidFill>
          <a:ln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16D4185-1236-E3C7-68DC-59440E124778}"/>
              </a:ext>
            </a:extLst>
          </p:cNvPr>
          <p:cNvGrpSpPr/>
          <p:nvPr/>
        </p:nvGrpSpPr>
        <p:grpSpPr>
          <a:xfrm>
            <a:off x="6600945" y="1879958"/>
            <a:ext cx="576072" cy="2743200"/>
            <a:chOff x="6048233" y="1426877"/>
            <a:chExt cx="576072" cy="2743200"/>
          </a:xfrm>
        </p:grpSpPr>
        <p:sp>
          <p:nvSpPr>
            <p:cNvPr id="85" name="Up-Down Arrow 84">
              <a:extLst>
                <a:ext uri="{FF2B5EF4-FFF2-40B4-BE49-F238E27FC236}">
                  <a16:creationId xmlns:a16="http://schemas.microsoft.com/office/drawing/2014/main" id="{513FA736-24DF-F4EB-ACD8-12A839A31E02}"/>
                </a:ext>
              </a:extLst>
            </p:cNvPr>
            <p:cNvSpPr/>
            <p:nvPr/>
          </p:nvSpPr>
          <p:spPr>
            <a:xfrm>
              <a:off x="6048233" y="1426877"/>
              <a:ext cx="576072" cy="2743200"/>
            </a:xfrm>
            <a:prstGeom prst="upDownArrow">
              <a:avLst/>
            </a:prstGeom>
            <a:solidFill>
              <a:srgbClr val="588FF9"/>
            </a:solidFill>
            <a:ln>
              <a:solidFill>
                <a:srgbClr val="2222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5F69BF6-1D02-73C4-5094-93F816CF1CA2}"/>
                </a:ext>
              </a:extLst>
            </p:cNvPr>
            <p:cNvSpPr txBox="1"/>
            <p:nvPr/>
          </p:nvSpPr>
          <p:spPr>
            <a:xfrm rot="16200000">
              <a:off x="5806188" y="2694867"/>
              <a:ext cx="10601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Variable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3C46D6A-CEE4-41C0-A0B8-1329BD30DC04}"/>
              </a:ext>
            </a:extLst>
          </p:cNvPr>
          <p:cNvGrpSpPr/>
          <p:nvPr/>
        </p:nvGrpSpPr>
        <p:grpSpPr>
          <a:xfrm>
            <a:off x="4719946" y="2273397"/>
            <a:ext cx="2514600" cy="576072"/>
            <a:chOff x="4192724" y="1828374"/>
            <a:chExt cx="2514600" cy="576072"/>
          </a:xfrm>
        </p:grpSpPr>
        <p:sp>
          <p:nvSpPr>
            <p:cNvPr id="89" name="Up-Down Arrow 88">
              <a:extLst>
                <a:ext uri="{FF2B5EF4-FFF2-40B4-BE49-F238E27FC236}">
                  <a16:creationId xmlns:a16="http://schemas.microsoft.com/office/drawing/2014/main" id="{0C89B18F-5E03-6DB7-B16C-18D3C1A10338}"/>
                </a:ext>
              </a:extLst>
            </p:cNvPr>
            <p:cNvSpPr/>
            <p:nvPr/>
          </p:nvSpPr>
          <p:spPr>
            <a:xfrm rot="5400000">
              <a:off x="5161988" y="859110"/>
              <a:ext cx="576072" cy="2514600"/>
            </a:xfrm>
            <a:prstGeom prst="upDownArrow">
              <a:avLst/>
            </a:prstGeom>
            <a:solidFill>
              <a:srgbClr val="FF6018"/>
            </a:solidFill>
            <a:ln>
              <a:solidFill>
                <a:srgbClr val="22222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FB5BBE8-052C-8DB4-B31D-81211C836A52}"/>
                </a:ext>
              </a:extLst>
            </p:cNvPr>
            <p:cNvSpPr txBox="1"/>
            <p:nvPr/>
          </p:nvSpPr>
          <p:spPr>
            <a:xfrm>
              <a:off x="4705461" y="1915779"/>
              <a:ext cx="14891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Observation</a:t>
              </a:r>
            </a:p>
          </p:txBody>
        </p: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3BDA8C5A-CDA3-8813-093C-40AEB6154F65}"/>
              </a:ext>
            </a:extLst>
          </p:cNvPr>
          <p:cNvSpPr/>
          <p:nvPr/>
        </p:nvSpPr>
        <p:spPr>
          <a:xfrm>
            <a:off x="5644886" y="2921773"/>
            <a:ext cx="659248" cy="514744"/>
          </a:xfrm>
          <a:prstGeom prst="ellipse">
            <a:avLst/>
          </a:prstGeom>
          <a:solidFill>
            <a:srgbClr val="DF227C"/>
          </a:solidFill>
          <a:ln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BB4AA6F-1EAA-8FE7-8967-919DAC9C447C}"/>
              </a:ext>
            </a:extLst>
          </p:cNvPr>
          <p:cNvSpPr txBox="1"/>
          <p:nvPr/>
        </p:nvSpPr>
        <p:spPr>
          <a:xfrm>
            <a:off x="5714215" y="2948313"/>
            <a:ext cx="520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Data</a:t>
            </a:r>
          </a:p>
          <a:p>
            <a:pPr algn="ctr"/>
            <a:r>
              <a:rPr lang="en-US" sz="1200" b="1" dirty="0"/>
              <a:t>Point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A05A659-357C-5E99-73E0-E6EDAEEADD36}"/>
              </a:ext>
            </a:extLst>
          </p:cNvPr>
          <p:cNvSpPr/>
          <p:nvPr/>
        </p:nvSpPr>
        <p:spPr>
          <a:xfrm>
            <a:off x="4727239" y="3531273"/>
            <a:ext cx="659248" cy="514744"/>
          </a:xfrm>
          <a:prstGeom prst="ellipse">
            <a:avLst/>
          </a:prstGeom>
          <a:solidFill>
            <a:srgbClr val="DF227C"/>
          </a:solidFill>
          <a:ln>
            <a:solidFill>
              <a:srgbClr val="222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BAF9C38-E459-FB9F-9E1B-0F16E7419106}"/>
              </a:ext>
            </a:extLst>
          </p:cNvPr>
          <p:cNvSpPr txBox="1"/>
          <p:nvPr/>
        </p:nvSpPr>
        <p:spPr>
          <a:xfrm>
            <a:off x="4796568" y="3557813"/>
            <a:ext cx="520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Data</a:t>
            </a:r>
          </a:p>
          <a:p>
            <a:pPr algn="ctr"/>
            <a:r>
              <a:rPr lang="en-US" sz="1200" b="1" dirty="0"/>
              <a:t>Point</a:t>
            </a:r>
          </a:p>
        </p:txBody>
      </p:sp>
      <p:sp>
        <p:nvSpPr>
          <p:cNvPr id="109" name="Title 1">
            <a:extLst>
              <a:ext uri="{FF2B5EF4-FFF2-40B4-BE49-F238E27FC236}">
                <a16:creationId xmlns:a16="http://schemas.microsoft.com/office/drawing/2014/main" id="{E9E5D7AF-CB51-4DD5-CF01-28F5E71979D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538867" cy="373232"/>
          </a:xfrm>
          <a:prstGeom prst="rect">
            <a:avLst/>
          </a:prstGeom>
          <a:solidFill>
            <a:srgbClr val="725EEC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tidy-</a:t>
            </a:r>
            <a:r>
              <a:rPr lang="en-US" sz="1800" dirty="0" err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data.png</a:t>
            </a:r>
            <a:endParaRPr lang="en-US" sz="18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25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763B48B-F109-0BFA-D8C4-58E0FE3FB8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323063" cy="373232"/>
          </a:xfrm>
          <a:prstGeom prst="rect">
            <a:avLst/>
          </a:prstGeom>
          <a:solidFill>
            <a:srgbClr val="725EEC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graph-anatomy-02.png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6B195-217C-4368-0778-9686386D5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527" y="543378"/>
            <a:ext cx="7772400" cy="55517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48C45D-BD6C-777B-F6AD-BA9A8536F178}"/>
              </a:ext>
            </a:extLst>
          </p:cNvPr>
          <p:cNvSpPr/>
          <p:nvPr/>
        </p:nvSpPr>
        <p:spPr>
          <a:xfrm>
            <a:off x="2402520" y="543378"/>
            <a:ext cx="657921" cy="4887037"/>
          </a:xfrm>
          <a:prstGeom prst="rect">
            <a:avLst/>
          </a:prstGeom>
          <a:noFill/>
          <a:ln w="38100">
            <a:solidFill>
              <a:srgbClr val="DF2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88B404-BDFC-43F0-3F32-D478C80C6538}"/>
              </a:ext>
            </a:extLst>
          </p:cNvPr>
          <p:cNvSpPr/>
          <p:nvPr/>
        </p:nvSpPr>
        <p:spPr>
          <a:xfrm>
            <a:off x="3060441" y="5477070"/>
            <a:ext cx="7007290" cy="597160"/>
          </a:xfrm>
          <a:prstGeom prst="rect">
            <a:avLst/>
          </a:prstGeom>
          <a:noFill/>
          <a:ln w="38100">
            <a:solidFill>
              <a:srgbClr val="FFB0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0F4A1B-5ED7-7612-1BCD-61A485CE2BAE}"/>
              </a:ext>
            </a:extLst>
          </p:cNvPr>
          <p:cNvSpPr/>
          <p:nvPr/>
        </p:nvSpPr>
        <p:spPr>
          <a:xfrm>
            <a:off x="3114760" y="543378"/>
            <a:ext cx="6980964" cy="4887037"/>
          </a:xfrm>
          <a:prstGeom prst="rect">
            <a:avLst/>
          </a:prstGeom>
          <a:noFill/>
          <a:ln w="38100">
            <a:solidFill>
              <a:srgbClr val="725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E3BDD-8ABA-99C1-3585-4A7244694D96}"/>
              </a:ext>
            </a:extLst>
          </p:cNvPr>
          <p:cNvSpPr txBox="1"/>
          <p:nvPr/>
        </p:nvSpPr>
        <p:spPr>
          <a:xfrm>
            <a:off x="5863215" y="174046"/>
            <a:ext cx="1068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25EEC"/>
                </a:solidFill>
              </a:rPr>
              <a:t>Plot Area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36B3A-757B-74D4-44A7-AAFD1A6A89C8}"/>
              </a:ext>
            </a:extLst>
          </p:cNvPr>
          <p:cNvSpPr txBox="1"/>
          <p:nvPr/>
        </p:nvSpPr>
        <p:spPr>
          <a:xfrm>
            <a:off x="470709" y="2751270"/>
            <a:ext cx="1931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DF227C"/>
                </a:solidFill>
              </a:rPr>
              <a:t>Y Axis</a:t>
            </a:r>
          </a:p>
          <a:p>
            <a:pPr algn="ctr"/>
            <a:r>
              <a:rPr lang="en-US" b="1" dirty="0">
                <a:solidFill>
                  <a:srgbClr val="DF227C"/>
                </a:solidFill>
              </a:rPr>
              <a:t>Response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F79989-3054-070F-8932-080CB4C7852C}"/>
              </a:ext>
            </a:extLst>
          </p:cNvPr>
          <p:cNvSpPr txBox="1"/>
          <p:nvPr/>
        </p:nvSpPr>
        <p:spPr>
          <a:xfrm>
            <a:off x="5483536" y="6146357"/>
            <a:ext cx="2161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B02F"/>
                </a:solidFill>
              </a:rPr>
              <a:t>X Axis</a:t>
            </a:r>
          </a:p>
          <a:p>
            <a:pPr algn="ctr"/>
            <a:r>
              <a:rPr lang="en-US" b="1" dirty="0">
                <a:solidFill>
                  <a:srgbClr val="FFB02F"/>
                </a:solidFill>
              </a:rPr>
              <a:t>Explanatory Variable</a:t>
            </a:r>
          </a:p>
        </p:txBody>
      </p:sp>
    </p:spTree>
    <p:extLst>
      <p:ext uri="{BB962C8B-B14F-4D97-AF65-F5344CB8AC3E}">
        <p14:creationId xmlns:p14="http://schemas.microsoft.com/office/powerpoint/2010/main" val="3526763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8AF5-6C79-9D65-3191-1332DA94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908999-840C-AF06-CCD5-C1C186E9B1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323063" cy="373232"/>
          </a:xfrm>
          <a:prstGeom prst="rect">
            <a:avLst/>
          </a:prstGeom>
          <a:solidFill>
            <a:srgbClr val="725EEC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graph-anatomy-03.png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12D19-7970-953D-647B-0C55260FA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527" y="543378"/>
            <a:ext cx="7772400" cy="55517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81837F-E2BE-4206-C695-C6184362E685}"/>
              </a:ext>
            </a:extLst>
          </p:cNvPr>
          <p:cNvSpPr/>
          <p:nvPr/>
        </p:nvSpPr>
        <p:spPr>
          <a:xfrm>
            <a:off x="4683967" y="5421087"/>
            <a:ext cx="242596" cy="102634"/>
          </a:xfrm>
          <a:prstGeom prst="rect">
            <a:avLst/>
          </a:prstGeom>
          <a:noFill/>
          <a:ln w="38100">
            <a:solidFill>
              <a:srgbClr val="FFB0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B3B7BA-9C6C-4A08-A398-A2D47F7C9A88}"/>
              </a:ext>
            </a:extLst>
          </p:cNvPr>
          <p:cNvSpPr/>
          <p:nvPr/>
        </p:nvSpPr>
        <p:spPr>
          <a:xfrm>
            <a:off x="2374527" y="2043404"/>
            <a:ext cx="363895" cy="1959430"/>
          </a:xfrm>
          <a:prstGeom prst="rect">
            <a:avLst/>
          </a:prstGeom>
          <a:noFill/>
          <a:ln w="38100">
            <a:solidFill>
              <a:srgbClr val="725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836D8A-5E56-D651-6519-D29F3E83ED82}"/>
              </a:ext>
            </a:extLst>
          </p:cNvPr>
          <p:cNvSpPr txBox="1"/>
          <p:nvPr/>
        </p:nvSpPr>
        <p:spPr>
          <a:xfrm>
            <a:off x="1093106" y="294990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25EEC"/>
                </a:solidFill>
              </a:rPr>
              <a:t>Axis Label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9DB42-67B9-11D6-39D2-49ED2E382EF3}"/>
              </a:ext>
            </a:extLst>
          </p:cNvPr>
          <p:cNvSpPr txBox="1"/>
          <p:nvPr/>
        </p:nvSpPr>
        <p:spPr>
          <a:xfrm>
            <a:off x="1153379" y="564340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DF227C"/>
                </a:solidFill>
              </a:rPr>
              <a:t>Tick Labels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080D6-4F51-5229-044C-6F60D1BCBFEE}"/>
              </a:ext>
            </a:extLst>
          </p:cNvPr>
          <p:cNvSpPr txBox="1"/>
          <p:nvPr/>
        </p:nvSpPr>
        <p:spPr>
          <a:xfrm>
            <a:off x="5958155" y="6146357"/>
            <a:ext cx="1211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B02F"/>
                </a:solidFill>
              </a:rPr>
              <a:t>Tick Marks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07F542-CE01-2FF5-0938-2D2FD06D67B9}"/>
              </a:ext>
            </a:extLst>
          </p:cNvPr>
          <p:cNvSpPr/>
          <p:nvPr/>
        </p:nvSpPr>
        <p:spPr>
          <a:xfrm>
            <a:off x="6590524" y="5424192"/>
            <a:ext cx="242596" cy="102634"/>
          </a:xfrm>
          <a:prstGeom prst="rect">
            <a:avLst/>
          </a:prstGeom>
          <a:noFill/>
          <a:ln w="38100">
            <a:solidFill>
              <a:srgbClr val="FFB0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44B558-8080-DE41-0466-60AF65170B9C}"/>
              </a:ext>
            </a:extLst>
          </p:cNvPr>
          <p:cNvSpPr/>
          <p:nvPr/>
        </p:nvSpPr>
        <p:spPr>
          <a:xfrm>
            <a:off x="2737055" y="2191143"/>
            <a:ext cx="258070" cy="340564"/>
          </a:xfrm>
          <a:prstGeom prst="rect">
            <a:avLst/>
          </a:prstGeom>
          <a:noFill/>
          <a:ln w="38100">
            <a:solidFill>
              <a:srgbClr val="DF2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664E43-7D41-66C0-6BA4-AE64ECD18743}"/>
              </a:ext>
            </a:extLst>
          </p:cNvPr>
          <p:cNvSpPr/>
          <p:nvPr/>
        </p:nvSpPr>
        <p:spPr>
          <a:xfrm>
            <a:off x="2737054" y="3810009"/>
            <a:ext cx="258070" cy="340564"/>
          </a:xfrm>
          <a:prstGeom prst="rect">
            <a:avLst/>
          </a:prstGeom>
          <a:noFill/>
          <a:ln w="38100">
            <a:solidFill>
              <a:srgbClr val="DF2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7AA48E-7D67-962B-9CEC-908FECF3A954}"/>
              </a:ext>
            </a:extLst>
          </p:cNvPr>
          <p:cNvSpPr/>
          <p:nvPr/>
        </p:nvSpPr>
        <p:spPr>
          <a:xfrm>
            <a:off x="8497081" y="5421086"/>
            <a:ext cx="242596" cy="102634"/>
          </a:xfrm>
          <a:prstGeom prst="rect">
            <a:avLst/>
          </a:prstGeom>
          <a:noFill/>
          <a:ln w="38100">
            <a:solidFill>
              <a:srgbClr val="FFB0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5DC85F-7F8D-94ED-DD40-F7EE143B490F}"/>
              </a:ext>
            </a:extLst>
          </p:cNvPr>
          <p:cNvSpPr/>
          <p:nvPr/>
        </p:nvSpPr>
        <p:spPr>
          <a:xfrm>
            <a:off x="4623318" y="5523720"/>
            <a:ext cx="363894" cy="304348"/>
          </a:xfrm>
          <a:prstGeom prst="rect">
            <a:avLst/>
          </a:prstGeom>
          <a:noFill/>
          <a:ln w="38100">
            <a:solidFill>
              <a:srgbClr val="DF2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6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90909"/>
      </a:dk1>
      <a:lt1>
        <a:srgbClr val="EBEEE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31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Lyon</dc:creator>
  <cp:lastModifiedBy>Nick Lyon</cp:lastModifiedBy>
  <cp:revision>108</cp:revision>
  <dcterms:created xsi:type="dcterms:W3CDTF">2023-03-22T20:36:47Z</dcterms:created>
  <dcterms:modified xsi:type="dcterms:W3CDTF">2026-04-05T20:43:46Z</dcterms:modified>
</cp:coreProperties>
</file>